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5d318286f64d94" /><Relationship Type="http://schemas.openxmlformats.org/officeDocument/2006/relationships/extended-properties" Target="/docProps/app.xml" Id="R31842cebeff9410c" /><Relationship Type="http://schemas.openxmlformats.org/officeDocument/2006/relationships/officeDocument" Target="/ppt/presentation.xml" Id="R61f8782ac70f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9fcb6a25c4f3e"/>
  </p:sldMasterIdLst>
  <p:notesMasterIdLst>
    <p:notesMasterId xmlns:r="http://schemas.openxmlformats.org/officeDocument/2006/relationships" r:id="Rd62ea8fa15474490"/>
  </p:notesMasterIdLst>
  <p:sldIdLst>
    <p:sldId xmlns:r="http://schemas.openxmlformats.org/officeDocument/2006/relationships" id="256" r:id="Ra9fc8c748d2c46c2"/>
    <p:sldId xmlns:r="http://schemas.openxmlformats.org/officeDocument/2006/relationships" id="257" r:id="Rbe1fab3a817746ae"/>
    <p:sldId xmlns:r="http://schemas.openxmlformats.org/officeDocument/2006/relationships" id="258" r:id="Racfcd6898c41410a"/>
    <p:sldId xmlns:r="http://schemas.openxmlformats.org/officeDocument/2006/relationships" id="259" r:id="R78fb1efbf8904c4d"/>
    <p:sldId xmlns:r="http://schemas.openxmlformats.org/officeDocument/2006/relationships" id="260" r:id="R3e8866bbbe8a4480"/>
    <p:sldId xmlns:r="http://schemas.openxmlformats.org/officeDocument/2006/relationships" id="261" r:id="R55ab1c4081d14792"/>
    <p:sldId xmlns:r="http://schemas.openxmlformats.org/officeDocument/2006/relationships" id="262" r:id="R46d7f795eb724179"/>
    <p:sldId xmlns:r="http://schemas.openxmlformats.org/officeDocument/2006/relationships" id="263" r:id="Rf2a7235860764869"/>
    <p:sldId xmlns:r="http://schemas.openxmlformats.org/officeDocument/2006/relationships" id="264" r:id="R67068b25c52b482e"/>
    <p:sldId xmlns:r="http://schemas.openxmlformats.org/officeDocument/2006/relationships" id="265" r:id="Re18e7d7bea1546e3"/>
    <p:sldId xmlns:r="http://schemas.openxmlformats.org/officeDocument/2006/relationships" id="266" r:id="R3542c9ca57bd44e3"/>
    <p:sldId xmlns:r="http://schemas.openxmlformats.org/officeDocument/2006/relationships" id="267" r:id="R1db622904a6b4d2d"/>
    <p:sldId xmlns:r="http://schemas.openxmlformats.org/officeDocument/2006/relationships" id="268" r:id="R59a077d4ff604219"/>
    <p:sldId xmlns:r="http://schemas.openxmlformats.org/officeDocument/2006/relationships" id="269" r:id="R024dd5fb5e564c4a"/>
    <p:sldId xmlns:r="http://schemas.openxmlformats.org/officeDocument/2006/relationships" id="270" r:id="Ra13ad362a2d149c6"/>
    <p:sldId xmlns:r="http://schemas.openxmlformats.org/officeDocument/2006/relationships" id="271" r:id="Re511c6c71ca64db4"/>
    <p:sldId xmlns:r="http://schemas.openxmlformats.org/officeDocument/2006/relationships" id="272" r:id="R8f0db0fae3cf41a3"/>
    <p:sldId xmlns:r="http://schemas.openxmlformats.org/officeDocument/2006/relationships" id="273" r:id="R482030c1eb254f80"/>
    <p:sldId xmlns:r="http://schemas.openxmlformats.org/officeDocument/2006/relationships" id="274" r:id="R13012082ca274db8"/>
    <p:sldId xmlns:r="http://schemas.openxmlformats.org/officeDocument/2006/relationships" id="275" r:id="Re0ca9b554a444292"/>
    <p:sldId xmlns:r="http://schemas.openxmlformats.org/officeDocument/2006/relationships" id="276" r:id="R3d748f7444da4a9f"/>
    <p:sldId xmlns:r="http://schemas.openxmlformats.org/officeDocument/2006/relationships" id="277" r:id="R78de4219b4ef4003"/>
    <p:sldId xmlns:r="http://schemas.openxmlformats.org/officeDocument/2006/relationships" id="278" r:id="R1d01be7700d24b64"/>
    <p:sldId xmlns:r="http://schemas.openxmlformats.org/officeDocument/2006/relationships" id="279" r:id="Rac7d8d08c8164753"/>
    <p:sldId xmlns:r="http://schemas.openxmlformats.org/officeDocument/2006/relationships" id="280" r:id="R12a1fb530d9b4dd3"/>
    <p:sldId xmlns:r="http://schemas.openxmlformats.org/officeDocument/2006/relationships" id="281" r:id="R1f0ff02ce15a4e8c"/>
    <p:sldId xmlns:r="http://schemas.openxmlformats.org/officeDocument/2006/relationships" id="282" r:id="Rc0b0122482d049ae"/>
    <p:sldId xmlns:r="http://schemas.openxmlformats.org/officeDocument/2006/relationships" id="283" r:id="Ra0e02b2315704890"/>
    <p:sldId xmlns:r="http://schemas.openxmlformats.org/officeDocument/2006/relationships" id="284" r:id="R3d163f6c20a34443"/>
    <p:sldId xmlns:r="http://schemas.openxmlformats.org/officeDocument/2006/relationships" id="285" r:id="R591919217d26455c"/>
    <p:sldId xmlns:r="http://schemas.openxmlformats.org/officeDocument/2006/relationships" id="286" r:id="Rbd2b549d873848fe"/>
    <p:sldId xmlns:r="http://schemas.openxmlformats.org/officeDocument/2006/relationships" id="287" r:id="Rd243beb13db04303"/>
    <p:sldId xmlns:r="http://schemas.openxmlformats.org/officeDocument/2006/relationships" id="288" r:id="R10e4281586b442f6"/>
    <p:sldId xmlns:r="http://schemas.openxmlformats.org/officeDocument/2006/relationships" id="289" r:id="R2c439c7ffd04467b"/>
    <p:sldId xmlns:r="http://schemas.openxmlformats.org/officeDocument/2006/relationships" id="290" r:id="Ra0a599b2234343d2"/>
    <p:sldId xmlns:r="http://schemas.openxmlformats.org/officeDocument/2006/relationships" id="291" r:id="Rf25d7aef501647e6"/>
    <p:sldId xmlns:r="http://schemas.openxmlformats.org/officeDocument/2006/relationships" id="292" r:id="R9be708777f174f83"/>
    <p:sldId xmlns:r="http://schemas.openxmlformats.org/officeDocument/2006/relationships" id="293" r:id="R3a67aa148030492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dafbf9455a4eef" /><Relationship Type="http://schemas.openxmlformats.org/officeDocument/2006/relationships/slideMaster" Target="/ppt/slideMasters/slideMaster1.xml" Id="Rfa69fcb6a25c4f3e" /><Relationship Type="http://schemas.openxmlformats.org/officeDocument/2006/relationships/notesMaster" Target="/ppt/notesMasters/notesMaster1.xml" Id="Rd62ea8fa15474490" /><Relationship Type="http://schemas.openxmlformats.org/officeDocument/2006/relationships/presProps" Target="/ppt/presProps.xml" Id="Rec94be2dc5814342" /><Relationship Type="http://schemas.openxmlformats.org/officeDocument/2006/relationships/tableStyles" Target="/ppt/tableStyles.xml" Id="R3b57642bd9dc4c20" /><Relationship Type="http://schemas.openxmlformats.org/officeDocument/2006/relationships/slide" Target="/ppt/slides/slide1.xml" Id="Ra9fc8c748d2c46c2" /><Relationship Type="http://schemas.openxmlformats.org/officeDocument/2006/relationships/slide" Target="/ppt/slides/slide2.xml" Id="Rbe1fab3a817746ae" /><Relationship Type="http://schemas.openxmlformats.org/officeDocument/2006/relationships/slide" Target="/ppt/slides/slide3.xml" Id="Racfcd6898c41410a" /><Relationship Type="http://schemas.openxmlformats.org/officeDocument/2006/relationships/slide" Target="/ppt/slides/slide4.xml" Id="R78fb1efbf8904c4d" /><Relationship Type="http://schemas.openxmlformats.org/officeDocument/2006/relationships/slide" Target="/ppt/slides/slide5.xml" Id="R3e8866bbbe8a4480" /><Relationship Type="http://schemas.openxmlformats.org/officeDocument/2006/relationships/slide" Target="/ppt/slides/slide6.xml" Id="R55ab1c4081d14792" /><Relationship Type="http://schemas.openxmlformats.org/officeDocument/2006/relationships/slide" Target="/ppt/slides/slide7.xml" Id="R46d7f795eb724179" /><Relationship Type="http://schemas.openxmlformats.org/officeDocument/2006/relationships/slide" Target="/ppt/slides/slide8.xml" Id="Rf2a7235860764869" /><Relationship Type="http://schemas.openxmlformats.org/officeDocument/2006/relationships/slide" Target="/ppt/slides/slide9.xml" Id="R67068b25c52b482e" /><Relationship Type="http://schemas.openxmlformats.org/officeDocument/2006/relationships/slide" Target="/ppt/slides/slide10.xml" Id="Re18e7d7bea1546e3" /><Relationship Type="http://schemas.openxmlformats.org/officeDocument/2006/relationships/slide" Target="/ppt/slides/slide11.xml" Id="R3542c9ca57bd44e3" /><Relationship Type="http://schemas.openxmlformats.org/officeDocument/2006/relationships/slide" Target="/ppt/slides/slide12.xml" Id="R1db622904a6b4d2d" /><Relationship Type="http://schemas.openxmlformats.org/officeDocument/2006/relationships/slide" Target="/ppt/slides/slide13.xml" Id="R59a077d4ff604219" /><Relationship Type="http://schemas.openxmlformats.org/officeDocument/2006/relationships/slide" Target="/ppt/slides/slide14.xml" Id="R024dd5fb5e564c4a" /><Relationship Type="http://schemas.openxmlformats.org/officeDocument/2006/relationships/slide" Target="/ppt/slides/slide15.xml" Id="Ra13ad362a2d149c6" /><Relationship Type="http://schemas.openxmlformats.org/officeDocument/2006/relationships/slide" Target="/ppt/slides/slide16.xml" Id="Re511c6c71ca64db4" /><Relationship Type="http://schemas.openxmlformats.org/officeDocument/2006/relationships/slide" Target="/ppt/slides/slide17.xml" Id="R8f0db0fae3cf41a3" /><Relationship Type="http://schemas.openxmlformats.org/officeDocument/2006/relationships/slide" Target="/ppt/slides/slide18.xml" Id="R482030c1eb254f80" /><Relationship Type="http://schemas.openxmlformats.org/officeDocument/2006/relationships/slide" Target="/ppt/slides/slide19.xml" Id="R13012082ca274db8" /><Relationship Type="http://schemas.openxmlformats.org/officeDocument/2006/relationships/slide" Target="/ppt/slides/slide20.xml" Id="Re0ca9b554a444292" /><Relationship Type="http://schemas.openxmlformats.org/officeDocument/2006/relationships/slide" Target="/ppt/slides/slide21.xml" Id="R3d748f7444da4a9f" /><Relationship Type="http://schemas.openxmlformats.org/officeDocument/2006/relationships/slide" Target="/ppt/slides/slide22.xml" Id="R78de4219b4ef4003" /><Relationship Type="http://schemas.openxmlformats.org/officeDocument/2006/relationships/slide" Target="/ppt/slides/slide23.xml" Id="R1d01be7700d24b64" /><Relationship Type="http://schemas.openxmlformats.org/officeDocument/2006/relationships/slide" Target="/ppt/slides/slide24.xml" Id="Rac7d8d08c8164753" /><Relationship Type="http://schemas.openxmlformats.org/officeDocument/2006/relationships/slide" Target="/ppt/slides/slide25.xml" Id="R12a1fb530d9b4dd3" /><Relationship Type="http://schemas.openxmlformats.org/officeDocument/2006/relationships/slide" Target="/ppt/slides/slide26.xml" Id="R1f0ff02ce15a4e8c" /><Relationship Type="http://schemas.openxmlformats.org/officeDocument/2006/relationships/slide" Target="/ppt/slides/slide27.xml" Id="Rc0b0122482d049ae" /><Relationship Type="http://schemas.openxmlformats.org/officeDocument/2006/relationships/slide" Target="/ppt/slides/slide28.xml" Id="Ra0e02b2315704890" /><Relationship Type="http://schemas.openxmlformats.org/officeDocument/2006/relationships/slide" Target="/ppt/slides/slide29.xml" Id="R3d163f6c20a34443" /><Relationship Type="http://schemas.openxmlformats.org/officeDocument/2006/relationships/slide" Target="/ppt/slides/slide30.xml" Id="R591919217d26455c" /><Relationship Type="http://schemas.openxmlformats.org/officeDocument/2006/relationships/slide" Target="/ppt/slides/slide31.xml" Id="Rbd2b549d873848fe" /><Relationship Type="http://schemas.openxmlformats.org/officeDocument/2006/relationships/slide" Target="/ppt/slides/slide32.xml" Id="Rd243beb13db04303" /><Relationship Type="http://schemas.openxmlformats.org/officeDocument/2006/relationships/slide" Target="/ppt/slides/slide33.xml" Id="R10e4281586b442f6" /><Relationship Type="http://schemas.openxmlformats.org/officeDocument/2006/relationships/slide" Target="/ppt/slides/slide34.xml" Id="R2c439c7ffd04467b" /><Relationship Type="http://schemas.openxmlformats.org/officeDocument/2006/relationships/slide" Target="/ppt/slides/slide35.xml" Id="Ra0a599b2234343d2" /><Relationship Type="http://schemas.openxmlformats.org/officeDocument/2006/relationships/slide" Target="/ppt/slides/slide36.xml" Id="Rf25d7aef501647e6" /><Relationship Type="http://schemas.openxmlformats.org/officeDocument/2006/relationships/slide" Target="/ppt/slides/slide37.xml" Id="R9be708777f174f83" /><Relationship Type="http://schemas.openxmlformats.org/officeDocument/2006/relationships/slide" Target="/ppt/slides/slide38.xml" Id="R3a67aa14803049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0caf49cfea43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02793f6ea2444d" /><Relationship Type="http://schemas.openxmlformats.org/officeDocument/2006/relationships/notesMaster" Target="/ppt/notesMasters/notesMaster1.xml" Id="R2c55f9ad349340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d252a9c6274bd4" /><Relationship Type="http://schemas.openxmlformats.org/officeDocument/2006/relationships/notesMaster" Target="/ppt/notesMasters/notesMaster1.xml" Id="Rc02b9ae515a842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60b22ef83435c" /><Relationship Type="http://schemas.openxmlformats.org/officeDocument/2006/relationships/notesMaster" Target="/ppt/notesMasters/notesMaster1.xml" Id="Rc5142619793446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04ab6332694efb" /><Relationship Type="http://schemas.openxmlformats.org/officeDocument/2006/relationships/notesMaster" Target="/ppt/notesMasters/notesMaster1.xml" Id="R58ca1c6372c340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25571584b54cbf" /><Relationship Type="http://schemas.openxmlformats.org/officeDocument/2006/relationships/notesMaster" Target="/ppt/notesMasters/notesMaster1.xml" Id="Ra28702b6bca8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641ce691ce4d7e" /><Relationship Type="http://schemas.openxmlformats.org/officeDocument/2006/relationships/notesMaster" Target="/ppt/notesMasters/notesMaster1.xml" Id="R1167c8b2fde547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d89ffff6084468" /><Relationship Type="http://schemas.openxmlformats.org/officeDocument/2006/relationships/notesMaster" Target="/ppt/notesMasters/notesMaster1.xml" Id="Re0e221487e4040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944fef14e240d9" /><Relationship Type="http://schemas.openxmlformats.org/officeDocument/2006/relationships/notesMaster" Target="/ppt/notesMasters/notesMaster1.xml" Id="R87af0aeef5624b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62fecd639144c0" /><Relationship Type="http://schemas.openxmlformats.org/officeDocument/2006/relationships/notesMaster" Target="/ppt/notesMasters/notesMaster1.xml" Id="Rd09d1297b90e47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3cc46d3f4d4537" /><Relationship Type="http://schemas.openxmlformats.org/officeDocument/2006/relationships/notesMaster" Target="/ppt/notesMasters/notesMaster1.xml" Id="R62ffe1d871b640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a1083d01194da6" /><Relationship Type="http://schemas.openxmlformats.org/officeDocument/2006/relationships/notesMaster" Target="/ppt/notesMasters/notesMaster1.xml" Id="R4ded43edaa2141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e93baff4644bc5" /><Relationship Type="http://schemas.openxmlformats.org/officeDocument/2006/relationships/notesMaster" Target="/ppt/notesMasters/notesMaster1.xml" Id="R38e3106d6afe48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b2931f75f44a0f" /><Relationship Type="http://schemas.openxmlformats.org/officeDocument/2006/relationships/notesMaster" Target="/ppt/notesMasters/notesMaster1.xml" Id="R6f9f5f02001b47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63f431d2004ab0" /><Relationship Type="http://schemas.openxmlformats.org/officeDocument/2006/relationships/notesMaster" Target="/ppt/notesMasters/notesMaster1.xml" Id="Rf6005adb273244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72ae1bdc5d4a64" /><Relationship Type="http://schemas.openxmlformats.org/officeDocument/2006/relationships/notesMaster" Target="/ppt/notesMasters/notesMaster1.xml" Id="R7e8f077730734e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93058a37f94390" /><Relationship Type="http://schemas.openxmlformats.org/officeDocument/2006/relationships/notesMaster" Target="/ppt/notesMasters/notesMaster1.xml" Id="R261658d1c69243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71ea661d064f40" /><Relationship Type="http://schemas.openxmlformats.org/officeDocument/2006/relationships/notesMaster" Target="/ppt/notesMasters/notesMaster1.xml" Id="R5c5e2a57b4e04e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2f2f3bbf874486" /><Relationship Type="http://schemas.openxmlformats.org/officeDocument/2006/relationships/notesMaster" Target="/ppt/notesMasters/notesMaster1.xml" Id="R6f0ac6b622f44d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5a8415949c48a0" /><Relationship Type="http://schemas.openxmlformats.org/officeDocument/2006/relationships/notesMaster" Target="/ppt/notesMasters/notesMaster1.xml" Id="R3ed2a13b7c8842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b5e1ad4dca4f8f" /><Relationship Type="http://schemas.openxmlformats.org/officeDocument/2006/relationships/notesMaster" Target="/ppt/notesMasters/notesMaster1.xml" Id="R3abb5078984d4b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386f19dc974f54" /><Relationship Type="http://schemas.openxmlformats.org/officeDocument/2006/relationships/notesMaster" Target="/ppt/notesMasters/notesMaster1.xml" Id="R0350212bc4b54e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fa683a335c4510" /><Relationship Type="http://schemas.openxmlformats.org/officeDocument/2006/relationships/notesMaster" Target="/ppt/notesMasters/notesMaster1.xml" Id="R80d59f34ae244d9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9a5099e9d1416b" /><Relationship Type="http://schemas.openxmlformats.org/officeDocument/2006/relationships/notesMaster" Target="/ppt/notesMasters/notesMaster1.xml" Id="R988c8ffd5a694dd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50a9c5450340f9" /><Relationship Type="http://schemas.openxmlformats.org/officeDocument/2006/relationships/notesMaster" Target="/ppt/notesMasters/notesMaster1.xml" Id="R98117b0514b448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76d84ae97c401c" /><Relationship Type="http://schemas.openxmlformats.org/officeDocument/2006/relationships/notesMaster" Target="/ppt/notesMasters/notesMaster1.xml" Id="R1a3de70c16dd49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25a7f7b9aa44ec" /><Relationship Type="http://schemas.openxmlformats.org/officeDocument/2006/relationships/notesMaster" Target="/ppt/notesMasters/notesMaster1.xml" Id="R13130aa3b05e49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57da9d73184ddb" /><Relationship Type="http://schemas.openxmlformats.org/officeDocument/2006/relationships/notesMaster" Target="/ppt/notesMasters/notesMaster1.xml" Id="Re9f38032e31d46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f60647328fa4438" /><Relationship Type="http://schemas.openxmlformats.org/officeDocument/2006/relationships/notesMaster" Target="/ppt/notesMasters/notesMaster1.xml" Id="R63759a7526754ab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fa3cf23c4b4c25" /><Relationship Type="http://schemas.openxmlformats.org/officeDocument/2006/relationships/notesMaster" Target="/ppt/notesMasters/notesMaster1.xml" Id="Rf481bce620ba40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759743252a7463d" /><Relationship Type="http://schemas.openxmlformats.org/officeDocument/2006/relationships/notesMaster" Target="/ppt/notesMasters/notesMaster1.xml" Id="Rb816fde7677d41f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a868b351e354691" /><Relationship Type="http://schemas.openxmlformats.org/officeDocument/2006/relationships/notesMaster" Target="/ppt/notesMasters/notesMaster1.xml" Id="Re3ed8f3f89ce4a5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883fb47cda24353" /><Relationship Type="http://schemas.openxmlformats.org/officeDocument/2006/relationships/notesMaster" Target="/ppt/notesMasters/notesMaster1.xml" Id="R96c8aa2326dd4ba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dc093bce803443d" /><Relationship Type="http://schemas.openxmlformats.org/officeDocument/2006/relationships/notesMaster" Target="/ppt/notesMasters/notesMaster1.xml" Id="R39d9718a17fc460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c95220f097845e3" /><Relationship Type="http://schemas.openxmlformats.org/officeDocument/2006/relationships/notesMaster" Target="/ppt/notesMasters/notesMaster1.xml" Id="R34889c8f3d794a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220028d90f647e5" /><Relationship Type="http://schemas.openxmlformats.org/officeDocument/2006/relationships/notesMaster" Target="/ppt/notesMasters/notesMaster1.xml" Id="R0c50497e6260488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84859bb801147f6" /><Relationship Type="http://schemas.openxmlformats.org/officeDocument/2006/relationships/notesMaster" Target="/ppt/notesMasters/notesMaster1.xml" Id="R8ed2fbc389ff4ef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da78c96f5042b4" /><Relationship Type="http://schemas.openxmlformats.org/officeDocument/2006/relationships/notesMaster" Target="/ppt/notesMasters/notesMaster1.xml" Id="Rb62024b2018a4a3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cc249ec24f04248" /><Relationship Type="http://schemas.openxmlformats.org/officeDocument/2006/relationships/notesMaster" Target="/ppt/notesMasters/notesMaster1.xml" Id="R18750bd5a242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Seminário de Laboratório de Engenharia de Software. A base documental é a orientação de 28/09/2026. A rastreabilidade técnica usa o commit 9256a4f.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Comunidades foram retiradas por solicitação da equipe. UC058 e UC059 não têm cadastro independente no código conferido. UC057 é uma operação automática. Os casos remanescentes mantêm os IDs do Astah.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UC00 do projeto Stacklyst-seminario.asta.</a:t>
            </a:r>
          </a:p>
          <a:p xmlns:a="http://schemas.openxmlformats.org/drawingml/2006/main">
            <a:r>
              <a:t>Fonte da imagem: diagramas/Stacklyst-seminario/01 Casos de uso/UC00 Visao geral do sistema.png.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AN01 do projeto Stacklyst-seminario.asta.</a:t>
            </a:r>
          </a:p>
          <a:p xmlns:a="http://schemas.openxmlformats.org/drawingml/2006/main">
            <a:r>
              <a:t>Fonte da imagem: diagramas/Stacklyst-seminario/04 Atividades do negocio/AN01 Estudar programação.png.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AN08A do projeto Stacklyst-seminario.asta.</a:t>
            </a:r>
          </a:p>
          <a:p xmlns:a="http://schemas.openxmlformats.org/drawingml/2006/main">
            <a:r>
              <a:t>Fonte da imagem: diagramas/Stacklyst-seminario/04 Atividades do negocio/AN08A Divulgar oportunidade de trabalho.png.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AN08B do projeto Stacklyst-seminario.asta.</a:t>
            </a:r>
          </a:p>
          <a:p xmlns:a="http://schemas.openxmlformats.org/drawingml/2006/main">
            <a:r>
              <a:t>Fonte da imagem: diagramas/Stacklyst-seminario/04 Atividades do negocio/AN08B Candidatar-se e acompanhar a seleção.png.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AN09 do projeto Stacklyst-seminario.asta.</a:t>
            </a:r>
          </a:p>
          <a:p xmlns:a="http://schemas.openxmlformats.org/drawingml/2006/main">
            <a:r>
              <a:t>Fonte da imagem: diagramas/Stacklyst-seminario/04 Atividades do negocio/AN09 Descobrir e participar de um evento.png.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CL00 do projeto Stacklyst-seminario.asta.</a:t>
            </a:r>
          </a:p>
          <a:p xmlns:a="http://schemas.openxmlformats.org/drawingml/2006/main">
            <a:r>
              <a:t>Fonte da imagem: diagramas/Stacklyst-seminario/02 Classes de dominio/CL00 Classes e responsabilidades principais.png.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CL03 do projeto Stacklyst-seminario.asta.</a:t>
            </a:r>
          </a:p>
          <a:p xmlns:a="http://schemas.openxmlformats.org/drawingml/2006/main">
            <a:r>
              <a:t>Fonte da imagem: diagramas/Stacklyst-seminario/02 Classes de dominio/CL03 Pratica e progresso.png.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CL08 do projeto Stacklyst-seminario.asta.</a:t>
            </a:r>
          </a:p>
          <a:p xmlns:a="http://schemas.openxmlformats.org/drawingml/2006/main">
            <a:r>
              <a:t>Fonte da imagem: diagramas/Stacklyst-seminario/02 Classes de dominio/CL08 Vagas e empresas.png.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CL09 do projeto Stacklyst-seminario.asta.</a:t>
            </a:r>
          </a:p>
          <a:p xmlns:a="http://schemas.openxmlformats.org/drawingml/2006/main">
            <a:r>
              <a:t>Fonte da imagem: diagramas/Stacklyst-seminario/02 Classes de dominio/CL09 Eventos.png.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MR00 do projeto Stacklyst-seminario.asta.</a:t>
            </a:r>
          </a:p>
          <a:p xmlns:a="http://schemas.openxmlformats.org/drawingml/2006/main">
            <a:r>
              <a:t>Fonte da imagem: diagramas/Stacklyst-seminario/00 Vistas gerais simplificadas/Entidades centrais/MR00 Visao geral simplificada - entidades centrais.png.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MR08 do projeto Stacklyst-seminario.asta.</a:t>
            </a:r>
          </a:p>
          <a:p xmlns:a="http://schemas.openxmlformats.org/drawingml/2006/main">
            <a:r>
              <a:t>Fonte da imagem: diagramas/Stacklyst-seminario/03 Modelo relacional - entidades PK FK/MR08 Vagas e empresas.png.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src/app/lesson/[lessonId]/page.tsx; linhas 59–64, 76–83. Carrega a lição, valida o acesso e entrega conteúdo e progresso à interface.</a:t>
            </a:r>
          </a:p>
          <a:p xmlns:a="http://schemas.openxmlformats.org/drawingml/2006/main">
            <a:r>
              <a:t>Fonte da imagem: diagramas/Stacklyst-seminario/06 Evidencias do seminario/EV-UC005 Estudar lição.png.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src/app/api/lessons/[lessonId]/attempt/route.ts; linhas 21–40. Avalia a resposta no servidor. Testar código não concede XP nem conclui a etapa.</a:t>
            </a:r>
          </a:p>
          <a:p xmlns:a="http://schemas.openxmlformats.org/drawingml/2006/main">
            <a:r>
              <a:t>Fonte da imagem: diagramas/Stacklyst-seminario/06 Evidencias do seminario/EV-UC006 Resolver exercício.png.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src/app/api/jobs/route.ts; linhas 67–80, 89–94. Exige papel de recrutador ou administrador e vínculo autorizado com a empresa.</a:t>
            </a:r>
          </a:p>
          <a:p xmlns:a="http://schemas.openxmlformats.org/drawingml/2006/main">
            <a:r>
              <a:t>Fonte da imagem: diagramas/Stacklyst-seminario/06 Evidencias do seminario/EV-UC017 Publicar vaga.png.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src/services/job.service.ts; linhas 269–291. Verifica a vaga aberta e cria uma candidatura vinculada ao usuário e à etapa inicial.</a:t>
            </a:r>
          </a:p>
          <a:p xmlns:a="http://schemas.openxmlformats.org/drawingml/2006/main">
            <a:r>
              <a:t>Fonte da imagem: diagramas/Stacklyst-seminario/06 Evidencias do seminario/EV-UC022 Candidatar-se a vaga.png.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src/app/api/events/[id]/participate/route.ts; linhas 6–16, 19–29. POST confirma a inscrição. DELETE cancela a participação do usuário autenticado.</a:t>
            </a:r>
          </a:p>
          <a:p xmlns:a="http://schemas.openxmlformats.org/drawingml/2006/main">
            <a:r>
              <a:t>Fonte da imagem: diagramas/Stacklyst-seminario/06 Evidencias do seminario/EV-UC023 Inscrever-se ou cancelar participação em evento.png.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src/app/api/jobs/[id]/route.ts; linhas 30–46, 48–54. Confere a empresa, a candidatura e a etapa antes de atualizar o processo.</a:t>
            </a:r>
          </a:p>
          <a:p xmlns:a="http://schemas.openxmlformats.org/drawingml/2006/main">
            <a:r>
              <a:t>Fonte da imagem: diagramas/Stacklyst-seminario/06 Evidencias do seminario/EV-UC026 Atualizar etapa de candidatura.png.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src/services/post.service.ts; linhas 25–38, 40–46. A criação grava a publicação e concede XP na mesma transação.</a:t>
            </a:r>
          </a:p>
          <a:p xmlns:a="http://schemas.openxmlformats.org/drawingml/2006/main">
            <a:r>
              <a:t>Fonte da imagem: diagramas/Stacklyst-seminario/06 Evidencias do seminario/EV-UC013 Criar publicação.png.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src/app/api/leaderboard/route.ts; linhas 31–55. O servidor consulta e ordena os usuários. O caso de uso é consulta, sem manutenção manual do ranking.</a:t>
            </a:r>
          </a:p>
          <a:p xmlns:a="http://schemas.openxmlformats.org/drawingml/2006/main">
            <a:r>
              <a:t>Fonte da imagem: diagramas/Stacklyst-seminario/06 Evidencias do seminario/EV-UC011 Consultar ranking de XP.png.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src/app/api/jobs/[id]/applications/route.ts; linhas 1–13. A rota exige papel autorizado. JobService também valida a responsabilidade pela empresa.</a:t>
            </a:r>
          </a:p>
          <a:p xmlns:a="http://schemas.openxmlformats.org/drawingml/2006/main">
            <a:r>
              <a:t>Fonte da imagem: diagramas/Stacklyst-seminario/06 Evidencias do seminario/EV-UC056 Consultar candidaturas de uma vaga.png.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do codigo: src/services/job.service.ts; linhas 309–333. A atualização avisa o candidato associado à candidatura. O código não envia um alerta geral por intenção de vaga.</a:t>
            </a:r>
          </a:p>
          <a:p xmlns:a="http://schemas.openxmlformats.org/drawingml/2006/main">
            <a:r>
              <a:t>Fonte da imagem: diagramas/Stacklyst-seminario/06 Evidencias do seminario/EV-AUTO01 Notificacao automatica da candidatura.png.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para a apresentação. Processos de negócio retratam atividades humanas antes da plataforma. Casos de uso são objetivos dos atores no Stacklyst. Classes e serviços mostram responsabilidades. O código é a evidência de implementação.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 de apoio para perguntas e detalhamento. O conjunto de slides contém todas as vistas CL00–CL12 e as sete atividades de negócio revistas.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CL01 do projeto Stacklyst-seminario.asta.</a:t>
            </a:r>
          </a:p>
          <a:p xmlns:a="http://schemas.openxmlformats.org/drawingml/2006/main">
            <a:r>
              <a:t>Fonte da imagem: diagramas/Stacklyst-seminario/02 Classes de dominio/CL01 Identidade e gamificacao.png.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CL02 do projeto Stacklyst-seminario.asta.</a:t>
            </a:r>
          </a:p>
          <a:p xmlns:a="http://schemas.openxmlformats.org/drawingml/2006/main">
            <a:r>
              <a:t>Fonte da imagem: diagramas/Stacklyst-seminario/02 Classes de dominio/CL02 Grafo de conhecimento.png.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CL04 do projeto Stacklyst-seminario.asta.</a:t>
            </a:r>
          </a:p>
          <a:p xmlns:a="http://schemas.openxmlformats.org/drawingml/2006/main">
            <a:r>
              <a:t>Fonte da imagem: diagramas/Stacklyst-seminario/02 Classes de dominio/CL04 Quiz e historico.png.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CL05 do projeto Stacklyst-seminario.asta.</a:t>
            </a:r>
          </a:p>
          <a:p xmlns:a="http://schemas.openxmlformats.org/drawingml/2006/main">
            <a:r>
              <a:t>Fonte da imagem: diagramas/Stacklyst-seminario/02 Classes de dominio/CL05 Duelos.png.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CL06 do projeto Stacklyst-seminario.asta.</a:t>
            </a:r>
          </a:p>
          <a:p xmlns:a="http://schemas.openxmlformats.org/drawingml/2006/main">
            <a:r>
              <a:t>Fonte da imagem: diagramas/Stacklyst-seminario/02 Classes de dominio/CL06 Publicacoes e moderacao.png.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CL07 do projeto Stacklyst-seminario.asta.</a:t>
            </a:r>
          </a:p>
          <a:p xmlns:a="http://schemas.openxmlformats.org/drawingml/2006/main">
            <a:r>
              <a:t>Fonte da imagem: diagramas/Stacklyst-seminario/02 Classes de dominio/CL07 Mensagens privadas.png.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CL10 do projeto Stacklyst-seminario.asta.</a:t>
            </a:r>
          </a:p>
          <a:p xmlns:a="http://schemas.openxmlformats.org/drawingml/2006/main">
            <a:r>
              <a:t>Fonte da imagem: diagramas/Stacklyst-seminario/02 Classes de dominio/CL10 Suporte mobile.png.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CL11 do projeto Stacklyst-seminario.asta.</a:t>
            </a:r>
          </a:p>
          <a:p xmlns:a="http://schemas.openxmlformats.org/drawingml/2006/main">
            <a:r>
              <a:t>Fonte da imagem: diagramas/Stacklyst-seminario/02 Classes de dominio/CL11 Catalogo e contratos TypeScript.png.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CL12 do projeto Stacklyst-seminario.asta.</a:t>
            </a:r>
          </a:p>
          <a:p xmlns:a="http://schemas.openxmlformats.org/drawingml/2006/main">
            <a:r>
              <a:t>Fonte da imagem: diagramas/Stacklyst-seminario/02 Classes de dominio/CL12 Servicos e operacoes reais.png.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AN03 do projeto Stacklyst-seminario.asta.</a:t>
            </a:r>
          </a:p>
          <a:p xmlns:a="http://schemas.openxmlformats.org/drawingml/2006/main">
            <a:r>
              <a:t>Fonte da imagem: diagramas/Stacklyst-seminario/04 Atividades do negocio/AN03 Praticar exercícios de programação.png.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AN04 do projeto Stacklyst-seminario.asta.</a:t>
            </a:r>
          </a:p>
          <a:p xmlns:a="http://schemas.openxmlformats.org/drawingml/2006/main">
            <a:r>
              <a:t>Fonte da imagem: diagramas/Stacklyst-seminario/04 Atividades do negocio/AN04 Acompanhar a própria aprendizagem.png.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AN06 do projeto Stacklyst-seminario.asta.</a:t>
            </a:r>
          </a:p>
          <a:p xmlns:a="http://schemas.openxmlformats.org/drawingml/2006/main">
            <a:r>
              <a:t>Fonte da imagem: diagramas/Stacklyst-seminario/04 Atividades do negocio/AN06 Buscar ajuda para uma dúvida.png. Exportacao PNG produzida pelo Astah 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Anotações das Orientações da Profª Patrícia, 28/09/2026. Livro fornecido pelo usuário: Gilleanes T. A. Guedes, UML 2 Uma abordagem prática, seções 4.1, 10.6, 10.22. Astah API oficial: https://members.change-vision.com/javadoc/astah-api/12_0_0/api/en/doc/javadoc/index-all.html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caabc03ce4c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c662c8d1b544b4" /><Relationship Type="http://schemas.openxmlformats.org/officeDocument/2006/relationships/slideLayout" Target="/ppt/slideLayouts/slideLayout1.xml" Id="Rdf980c0194424b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980c0194424b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aceafd091415d" /><Relationship Type="http://schemas.openxmlformats.org/officeDocument/2006/relationships/notesSlide" Target="/ppt/notesSlides/notesSlide1.xml" Id="R64eef4a86ef44f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ff94cdd8d44bc" /><Relationship Type="http://schemas.openxmlformats.org/officeDocument/2006/relationships/notesSlide" Target="/ppt/notesSlides/notesSlide2.xml" Id="Raf122c74627b4b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16891f85b4534" /><Relationship Type="http://schemas.openxmlformats.org/officeDocument/2006/relationships/image" Target="/ppt/media/image.png" Id="R533040fbf2214612" /><Relationship Type="http://schemas.openxmlformats.org/officeDocument/2006/relationships/notesSlide" Target="/ppt/notesSlides/notesSlide3.xml" Id="Rdd29c545b27944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c68ce20624019" /><Relationship Type="http://schemas.openxmlformats.org/officeDocument/2006/relationships/image" Target="/ppt/media/image2.png" Id="Rc14d45919f904936" /><Relationship Type="http://schemas.openxmlformats.org/officeDocument/2006/relationships/notesSlide" Target="/ppt/notesSlides/notesSlide4.xml" Id="Reb905aa6a61a4b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0862b4eaa4194" /><Relationship Type="http://schemas.openxmlformats.org/officeDocument/2006/relationships/image" Target="/ppt/media/image3.png" Id="R6d5b087756fa40e1" /><Relationship Type="http://schemas.openxmlformats.org/officeDocument/2006/relationships/notesSlide" Target="/ppt/notesSlides/notesSlide5.xml" Id="R58385f0bce984e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d5b3a40b74bfe" /><Relationship Type="http://schemas.openxmlformats.org/officeDocument/2006/relationships/image" Target="/ppt/media/image4.png" Id="R628826a551d74534" /><Relationship Type="http://schemas.openxmlformats.org/officeDocument/2006/relationships/notesSlide" Target="/ppt/notesSlides/notesSlide6.xml" Id="Rc8c0fc6f925842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df8dd109f45da" /><Relationship Type="http://schemas.openxmlformats.org/officeDocument/2006/relationships/image" Target="/ppt/media/image5.png" Id="Re785387126a64f50" /><Relationship Type="http://schemas.openxmlformats.org/officeDocument/2006/relationships/notesSlide" Target="/ppt/notesSlides/notesSlide7.xml" Id="R58b15c592dbb42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63b9890134107" /><Relationship Type="http://schemas.openxmlformats.org/officeDocument/2006/relationships/image" Target="/ppt/media/image6.png" Id="Rb64f55da101d45be" /><Relationship Type="http://schemas.openxmlformats.org/officeDocument/2006/relationships/notesSlide" Target="/ppt/notesSlides/notesSlide8.xml" Id="R1c772518c1da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7334ef05b4473" /><Relationship Type="http://schemas.openxmlformats.org/officeDocument/2006/relationships/image" Target="/ppt/media/image7.png" Id="R3a27da0cf7c045d7" /><Relationship Type="http://schemas.openxmlformats.org/officeDocument/2006/relationships/notesSlide" Target="/ppt/notesSlides/notesSlide9.xml" Id="Ra26fc79954d548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e7f54a0ae489d" /><Relationship Type="http://schemas.openxmlformats.org/officeDocument/2006/relationships/image" Target="/ppt/media/image8.png" Id="R58d845374a9d42ad" /><Relationship Type="http://schemas.openxmlformats.org/officeDocument/2006/relationships/notesSlide" Target="/ppt/notesSlides/notesSlide10.xml" Id="R7fc210b5ccb04e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760ce66fe4bdd" /><Relationship Type="http://schemas.openxmlformats.org/officeDocument/2006/relationships/image" Target="/ppt/media/image9.png" Id="R78d1b276b711486e" /><Relationship Type="http://schemas.openxmlformats.org/officeDocument/2006/relationships/notesSlide" Target="/ppt/notesSlides/notesSlide11.xml" Id="R26957d603bc04a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0d407cc92413f" /><Relationship Type="http://schemas.openxmlformats.org/officeDocument/2006/relationships/image" Target="/ppt/media/image10.png" Id="R50d18a85caf84464" /><Relationship Type="http://schemas.openxmlformats.org/officeDocument/2006/relationships/notesSlide" Target="/ppt/notesSlides/notesSlide12.xml" Id="R69ee4f408c9244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6e00d03e9403f" /><Relationship Type="http://schemas.openxmlformats.org/officeDocument/2006/relationships/image" Target="/ppt/media/image11.png" Id="Ra607ee300c144c05" /><Relationship Type="http://schemas.openxmlformats.org/officeDocument/2006/relationships/notesSlide" Target="/ppt/notesSlides/notesSlide13.xml" Id="R6b4d3e84a21241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d82d069eb419a" /><Relationship Type="http://schemas.openxmlformats.org/officeDocument/2006/relationships/image" Target="/ppt/media/image12.png" Id="R6c7051dbadf44fc5" /><Relationship Type="http://schemas.openxmlformats.org/officeDocument/2006/relationships/image" Target="/ppt/media/image13.png" Id="R54d59893298d4991" /><Relationship Type="http://schemas.openxmlformats.org/officeDocument/2006/relationships/notesSlide" Target="/ppt/notesSlides/notesSlide14.xml" Id="R899c644cc51b45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33973eb01406a" /><Relationship Type="http://schemas.openxmlformats.org/officeDocument/2006/relationships/image" Target="/ppt/media/image14.png" Id="Rdbc80dc3db754973" /><Relationship Type="http://schemas.openxmlformats.org/officeDocument/2006/relationships/image" Target="/ppt/media/image15.png" Id="R620b6377ac5f4701" /><Relationship Type="http://schemas.openxmlformats.org/officeDocument/2006/relationships/notesSlide" Target="/ppt/notesSlides/notesSlide15.xml" Id="Ra0ddbad4d2f640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b8cefeb484cc1" /><Relationship Type="http://schemas.openxmlformats.org/officeDocument/2006/relationships/image" Target="/ppt/media/image16.png" Id="Ra83626b5bb2441c8" /><Relationship Type="http://schemas.openxmlformats.org/officeDocument/2006/relationships/image" Target="/ppt/media/image17.png" Id="R275c2341ae78490f" /><Relationship Type="http://schemas.openxmlformats.org/officeDocument/2006/relationships/notesSlide" Target="/ppt/notesSlides/notesSlide16.xml" Id="R3f720d06ba8b4f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31aa6c6c44c57" /><Relationship Type="http://schemas.openxmlformats.org/officeDocument/2006/relationships/image" Target="/ppt/media/image18.png" Id="R87ad3b9de7b742e5" /><Relationship Type="http://schemas.openxmlformats.org/officeDocument/2006/relationships/image" Target="/ppt/media/image19.png" Id="R38f914fe55504ce4" /><Relationship Type="http://schemas.openxmlformats.org/officeDocument/2006/relationships/notesSlide" Target="/ppt/notesSlides/notesSlide17.xml" Id="R5b3b15ac784049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3bb0ad21e404d" /><Relationship Type="http://schemas.openxmlformats.org/officeDocument/2006/relationships/image" Target="/ppt/media/image20.png" Id="R66ffdc8fb5b14721" /><Relationship Type="http://schemas.openxmlformats.org/officeDocument/2006/relationships/image" Target="/ppt/media/image21.png" Id="R35b90371be7d4872" /><Relationship Type="http://schemas.openxmlformats.org/officeDocument/2006/relationships/notesSlide" Target="/ppt/notesSlides/notesSlide18.xml" Id="R9bb783ca1a3644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9de3b77614a28" /><Relationship Type="http://schemas.openxmlformats.org/officeDocument/2006/relationships/image" Target="/ppt/media/image22.png" Id="R5bc3bf5402354a3b" /><Relationship Type="http://schemas.openxmlformats.org/officeDocument/2006/relationships/image" Target="/ppt/media/image23.png" Id="R0f6fb09a7c1549fc" /><Relationship Type="http://schemas.openxmlformats.org/officeDocument/2006/relationships/notesSlide" Target="/ppt/notesSlides/notesSlide19.xml" Id="R86f8945a219e4a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3ccbdcc2d4791" /><Relationship Type="http://schemas.openxmlformats.org/officeDocument/2006/relationships/image" Target="/ppt/media/image24.png" Id="R7c9bafaab5944540" /><Relationship Type="http://schemas.openxmlformats.org/officeDocument/2006/relationships/image" Target="/ppt/media/image25.png" Id="R176bb752c1cc46ed" /><Relationship Type="http://schemas.openxmlformats.org/officeDocument/2006/relationships/notesSlide" Target="/ppt/notesSlides/notesSlide20.xml" Id="Rc23deb218aef421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7b29bd5c84c18" /><Relationship Type="http://schemas.openxmlformats.org/officeDocument/2006/relationships/image" Target="/ppt/media/image26.png" Id="R5df40acce9704165" /><Relationship Type="http://schemas.openxmlformats.org/officeDocument/2006/relationships/image" Target="/ppt/media/image27.png" Id="R54f0599302f94bd0" /><Relationship Type="http://schemas.openxmlformats.org/officeDocument/2006/relationships/notesSlide" Target="/ppt/notesSlides/notesSlide21.xml" Id="Rab5c3b9880844c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0142d350d4837" /><Relationship Type="http://schemas.openxmlformats.org/officeDocument/2006/relationships/image" Target="/ppt/media/image28.png" Id="Rb21f4bd3aaf84324" /><Relationship Type="http://schemas.openxmlformats.org/officeDocument/2006/relationships/image" Target="/ppt/media/image29.png" Id="R7a5c3c18f4d04cd4" /><Relationship Type="http://schemas.openxmlformats.org/officeDocument/2006/relationships/notesSlide" Target="/ppt/notesSlides/notesSlide22.xml" Id="R73b676e810fb49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ca94448bc4038" /><Relationship Type="http://schemas.openxmlformats.org/officeDocument/2006/relationships/image" Target="/ppt/media/image30.png" Id="R8c4e11a264264c6f" /><Relationship Type="http://schemas.openxmlformats.org/officeDocument/2006/relationships/image" Target="/ppt/media/image31.png" Id="Rce531d1761354084" /><Relationship Type="http://schemas.openxmlformats.org/officeDocument/2006/relationships/notesSlide" Target="/ppt/notesSlides/notesSlide23.xml" Id="R0bd40036d80143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401d3c4374368" /><Relationship Type="http://schemas.openxmlformats.org/officeDocument/2006/relationships/notesSlide" Target="/ppt/notesSlides/notesSlide24.xml" Id="Ra0188556f14f45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763ffe1944a30" /><Relationship Type="http://schemas.openxmlformats.org/officeDocument/2006/relationships/notesSlide" Target="/ppt/notesSlides/notesSlide25.xml" Id="R37454af491cd43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27e085ab94623" /><Relationship Type="http://schemas.openxmlformats.org/officeDocument/2006/relationships/image" Target="/ppt/media/image32.png" Id="Ra04a7fb1c27e4f08" /><Relationship Type="http://schemas.openxmlformats.org/officeDocument/2006/relationships/notesSlide" Target="/ppt/notesSlides/notesSlide26.xml" Id="R6a7a90792ac145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a8b5ee0894eaf" /><Relationship Type="http://schemas.openxmlformats.org/officeDocument/2006/relationships/image" Target="/ppt/media/image33.png" Id="R86841bff979f4867" /><Relationship Type="http://schemas.openxmlformats.org/officeDocument/2006/relationships/notesSlide" Target="/ppt/notesSlides/notesSlide27.xml" Id="R92daacc94cdf45f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007104e0b4ec1" /><Relationship Type="http://schemas.openxmlformats.org/officeDocument/2006/relationships/image" Target="/ppt/media/image34.png" Id="Rc76deeeb65744dc3" /><Relationship Type="http://schemas.openxmlformats.org/officeDocument/2006/relationships/notesSlide" Target="/ppt/notesSlides/notesSlide28.xml" Id="R6875dc7464ac4ca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37ca796bb4e66" /><Relationship Type="http://schemas.openxmlformats.org/officeDocument/2006/relationships/image" Target="/ppt/media/image35.png" Id="Rba2ae6465d8a4d3c" /><Relationship Type="http://schemas.openxmlformats.org/officeDocument/2006/relationships/notesSlide" Target="/ppt/notesSlides/notesSlide29.xml" Id="R0688573da91b4ed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eadc75ab74552" /><Relationship Type="http://schemas.openxmlformats.org/officeDocument/2006/relationships/image" Target="/ppt/media/image36.png" Id="R6141c6cbd47b4827" /><Relationship Type="http://schemas.openxmlformats.org/officeDocument/2006/relationships/notesSlide" Target="/ppt/notesSlides/notesSlide30.xml" Id="Rd28e6e320e72476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a1987da194ce3" /><Relationship Type="http://schemas.openxmlformats.org/officeDocument/2006/relationships/image" Target="/ppt/media/image37.png" Id="R01c8234863f2468c" /><Relationship Type="http://schemas.openxmlformats.org/officeDocument/2006/relationships/notesSlide" Target="/ppt/notesSlides/notesSlide31.xml" Id="R20d3c703b7424df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126a0c98d4240" /><Relationship Type="http://schemas.openxmlformats.org/officeDocument/2006/relationships/image" Target="/ppt/media/image38.png" Id="R51dc6d7e468748c1" /><Relationship Type="http://schemas.openxmlformats.org/officeDocument/2006/relationships/notesSlide" Target="/ppt/notesSlides/notesSlide32.xml" Id="Rced8f3c558bb40d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6cb2e37ce456a" /><Relationship Type="http://schemas.openxmlformats.org/officeDocument/2006/relationships/image" Target="/ppt/media/image39.png" Id="R8b982d0d05ae4cc9" /><Relationship Type="http://schemas.openxmlformats.org/officeDocument/2006/relationships/notesSlide" Target="/ppt/notesSlides/notesSlide33.xml" Id="R056f0e8b8e8a449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b648bef884cf1" /><Relationship Type="http://schemas.openxmlformats.org/officeDocument/2006/relationships/image" Target="/ppt/media/image40.png" Id="R93dcd5b52143438b" /><Relationship Type="http://schemas.openxmlformats.org/officeDocument/2006/relationships/notesSlide" Target="/ppt/notesSlides/notesSlide34.xml" Id="R84b9368925e04ba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a05f106de4983" /><Relationship Type="http://schemas.openxmlformats.org/officeDocument/2006/relationships/image" Target="/ppt/media/image41.png" Id="R65d5496d195a40d8" /><Relationship Type="http://schemas.openxmlformats.org/officeDocument/2006/relationships/notesSlide" Target="/ppt/notesSlides/notesSlide35.xml" Id="Rc758e1e35b3c42f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f2f4244604638" /><Relationship Type="http://schemas.openxmlformats.org/officeDocument/2006/relationships/image" Target="/ppt/media/image42.png" Id="Rb6b129774aa24c19" /><Relationship Type="http://schemas.openxmlformats.org/officeDocument/2006/relationships/notesSlide" Target="/ppt/notesSlides/notesSlide36.xml" Id="R1e3601d98e79429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eb599167c4f37" /><Relationship Type="http://schemas.openxmlformats.org/officeDocument/2006/relationships/image" Target="/ppt/media/image43.png" Id="Re1c1c83778954f81" /><Relationship Type="http://schemas.openxmlformats.org/officeDocument/2006/relationships/notesSlide" Target="/ppt/notesSlides/notesSlide37.xml" Id="R81d217868c174b6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7244c3f71405a" /><Relationship Type="http://schemas.openxmlformats.org/officeDocument/2006/relationships/notesSlide" Target="/ppt/notesSlides/notesSlide38.xml" Id="Rd10a9f1cd2f145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F7050-25C1-4660-8659-1DCC6386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Stacklyst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A0AA7-CC27-4C60-9C78-CDA7DDF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4AB8C-F302-4A58-A289-FB1C6E2C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352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Processos de negócio,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modelos UML e implementação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67D42-E454-4A33-B6F4-A5EC03F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238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Laboratório de Engenharia de Software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B2219-F5A0-4BF4-9009-442E04F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38875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Revisão de 6 de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357041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20C0C-C392-409A-AC4F-8B0A25AA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Escopo do sistema apresentado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2C43B-1C5D-4D0D-BE0F-59C46ABC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E32AC-9234-4532-A50E-7C095B2A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52 casos de 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9C75E-34D7-4E0A-98EF-0C86C3D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1266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Estudo, exercícios, duelos, publicações, mensagens, eventos, vagas e administração.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CBB0B-E1C8-45D9-81AB-111B3A3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2858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Candidatura à vaga e inscrição no evento são as operações implementadas. A notificação da candidatura acompanha a atualização feita pelo recrutador.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61848-24EB-48C3-B5D9-CBBEB04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00875"/>
            <a:ext cx="1276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Comunidades ficam fora do escopo desta entrega.</a:t>
            </a:r>
          </a:p>
        </p:txBody>
      </p:sp>
    </p:spTree>
    <p:extLst>
      <p:ext uri="{BB962C8B-B14F-4D97-AF65-F5344CB8AC3E}">
        <p14:creationId xmlns:p14="http://schemas.microsoft.com/office/powerpoint/2010/main" val="1029706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6AD7FAD-9944-45FF-BDCC-7394EE91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Visão geral de casos de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5AB68-F57E-4684-8356-C9031055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UC00  Agrupamentos das funcionalidades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F3BDC-E819-4A93-A6A0-0D93E680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040fbf2214612"/>
          <a:stretch xmlns:a="http://schemas.openxmlformats.org/drawingml/2006/main"/>
        </p:blipFill>
        <p:spPr>
          <a:xfrm xmlns:a="http://schemas.openxmlformats.org/drawingml/2006/main">
            <a:off x="3077915" y="1524000"/>
            <a:ext cx="9084169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9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E7CEAC-BC0B-4FEB-BAF9-40610910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Estudar programação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9EB48-18C3-4258-B317-D48D8444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AN01  Processo atual 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6F0F2-8533-466E-91F6-C3A3D72E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d45919f904936"/>
          <a:stretch xmlns:a="http://schemas.openxmlformats.org/drawingml/2006/main"/>
        </p:blipFill>
        <p:spPr>
          <a:xfrm xmlns:a="http://schemas.openxmlformats.org/drawingml/2006/main">
            <a:off x="2050008" y="1524000"/>
            <a:ext cx="11139983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3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2582C9-C739-49AB-AC40-27C78838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Divulgar oportunidade de trabalho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41F62-D876-4403-A181-0CC1E555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AN08A  Processo atual 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E357B-A73A-4919-ABDA-56706E7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b087756fa40e1"/>
          <a:stretch xmlns:a="http://schemas.openxmlformats.org/drawingml/2006/main"/>
        </p:blipFill>
        <p:spPr>
          <a:xfrm xmlns:a="http://schemas.openxmlformats.org/drawingml/2006/main">
            <a:off x="2445635" y="1524000"/>
            <a:ext cx="10348731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22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191EB0-1FBB-4571-8AA8-E600BC52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Candidatar-se e acompanhar a seleção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DD79F-3E2D-40DA-8448-77B36942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AN08B  Processo atual 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A6114-06CB-4695-9E88-D96CB57B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826a551d74534"/>
          <a:stretch xmlns:a="http://schemas.openxmlformats.org/drawingml/2006/main"/>
        </p:blipFill>
        <p:spPr>
          <a:xfrm xmlns:a="http://schemas.openxmlformats.org/drawingml/2006/main">
            <a:off x="2532776" y="1524000"/>
            <a:ext cx="10174449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63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F13CCB-BB71-4D46-93DB-BEF271F2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Descobrir e participar de um evento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92DDC-0363-4C38-B97F-C36AD4A1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AN09  Processo atual 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F9284-E11A-45BE-8139-BC111AC3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5387126a64f50"/>
          <a:stretch xmlns:a="http://schemas.openxmlformats.org/drawingml/2006/main"/>
        </p:blipFill>
        <p:spPr>
          <a:xfrm xmlns:a="http://schemas.openxmlformats.org/drawingml/2006/main">
            <a:off x="2532776" y="1524000"/>
            <a:ext cx="10174449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9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1C30CD-0802-4856-8532-BFD444E7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Classes e responsabilidades principais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C5C79-F01E-4A27-AECA-11351CAA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CL00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F0495-F8EC-4CB9-8C70-2426470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f55da101d45be"/>
          <a:stretch xmlns:a="http://schemas.openxmlformats.org/drawingml/2006/main"/>
        </p:blipFill>
        <p:spPr>
          <a:xfrm xmlns:a="http://schemas.openxmlformats.org/drawingml/2006/main">
            <a:off x="2125840" y="1524000"/>
            <a:ext cx="10988319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E45716-2003-448E-B3C0-25AA682B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Pratica e progresso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02F5B-118C-4B9F-8FA3-2FF2343F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CL03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F72EB-B78E-4827-B71E-9F6D44D7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7da0cf7c045d7"/>
          <a:stretch xmlns:a="http://schemas.openxmlformats.org/drawingml/2006/main"/>
        </p:blipFill>
        <p:spPr>
          <a:xfrm xmlns:a="http://schemas.openxmlformats.org/drawingml/2006/main">
            <a:off x="4939280" y="1524000"/>
            <a:ext cx="5361441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294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30C4E1-5C94-4C22-B027-CC785DE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Vagas e empresas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D40E2-413A-4CE2-AFA1-A99F0894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CL08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045EF-C437-4359-900D-A2F3F5F8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845374a9d42ad"/>
          <a:stretch xmlns:a="http://schemas.openxmlformats.org/drawingml/2006/main"/>
        </p:blipFill>
        <p:spPr>
          <a:xfrm xmlns:a="http://schemas.openxmlformats.org/drawingml/2006/main">
            <a:off x="514350" y="2298939"/>
            <a:ext cx="14211300" cy="4898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071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57A67D-6BAD-4C7D-B974-3941B80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B930E-C9D0-4EFC-97F5-90A979B8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CL09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E3434-0013-4608-BA44-634740A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1b276b711486e"/>
          <a:stretch xmlns:a="http://schemas.openxmlformats.org/drawingml/2006/main"/>
        </p:blipFill>
        <p:spPr>
          <a:xfrm xmlns:a="http://schemas.openxmlformats.org/drawingml/2006/main">
            <a:off x="804863" y="1524000"/>
            <a:ext cx="13630275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602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E29CB1-40A0-4E23-B3B3-DD9D6C7D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DER do núcleo do Stacklyst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974E3-F58F-4238-884C-E304BA49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MR00  Chaves e relacionamentos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D94AC-8284-42ED-AA3E-3ADADAA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18a85caf84464"/>
          <a:stretch xmlns:a="http://schemas.openxmlformats.org/drawingml/2006/main"/>
        </p:blipFill>
        <p:spPr>
          <a:xfrm xmlns:a="http://schemas.openxmlformats.org/drawingml/2006/main">
            <a:off x="4583440" y="1524000"/>
            <a:ext cx="6073120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20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B80691-86AB-4E03-AFE5-89DB113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DER de vagas e candidaturas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CAE0E-6E8E-4773-A7F3-50B1B45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MR08  Chaves e relacionamentos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68447-F733-48E8-8229-6387D93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7ee300c144c05"/>
          <a:stretch xmlns:a="http://schemas.openxmlformats.org/drawingml/2006/main"/>
        </p:blipFill>
        <p:spPr>
          <a:xfrm xmlns:a="http://schemas.openxmlformats.org/drawingml/2006/main">
            <a:off x="514350" y="2180807"/>
            <a:ext cx="14211300" cy="51348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050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09FFE-214C-4F50-A414-B1E6856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Estudar lição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39A3A-6BA7-4A3A-8187-0037166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UC005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30BF1-47E1-4010-95CB-67F6047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438B8-6EC8-4535-874B-295ABC0E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Carrega a lição, valida o acesso e entrega conteúdo e progresso à interface.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051dbadf44fc5"/>
          <a:stretch xmlns:a="http://schemas.openxmlformats.org/drawingml/2006/main"/>
        </p:blipFill>
        <p:spPr>
          <a:xfrm xmlns:a="http://schemas.openxmlformats.org/drawingml/2006/main">
            <a:off x="4514850" y="2109124"/>
            <a:ext cx="10096500" cy="5097203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59893298d4991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30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14CC5-483D-45A3-9703-69C28B3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Resolver exercício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CE348-97BD-4D4C-AD9D-00A8669A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UC006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AD160-9D9D-4BA6-9809-AB54F388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B5B85-A005-4952-A8E1-1697A9B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Avalia a resposta no servidor. Testar código não concede XP nem conclui a etapa.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80dc3db754973"/>
          <a:stretch xmlns:a="http://schemas.openxmlformats.org/drawingml/2006/main"/>
        </p:blipFill>
        <p:spPr>
          <a:xfrm xmlns:a="http://schemas.openxmlformats.org/drawingml/2006/main">
            <a:off x="4514850" y="1724282"/>
            <a:ext cx="10096500" cy="586688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b6377ac5f4701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26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C46DA-BBB3-4DF2-8C9A-59310700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Publicar vaga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58743-D766-44E5-9AC2-0C1AE6AD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UC017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3D162-0ED0-4365-9E07-7A3D6575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797CB-1FA6-46AF-B25B-84DF36ED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Exige papel de recrutador ou administrador e vínculo autorizado com a empresa.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626b5bb2441c8"/>
          <a:stretch xmlns:a="http://schemas.openxmlformats.org/drawingml/2006/main"/>
        </p:blipFill>
        <p:spPr>
          <a:xfrm xmlns:a="http://schemas.openxmlformats.org/drawingml/2006/main">
            <a:off x="4927165" y="1581150"/>
            <a:ext cx="9271870" cy="6153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c2341ae78490f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671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EDD90-9645-4176-A7FE-5899CDFA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Candidatar-se a vaga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937A0-6096-4FC3-9871-43F534DE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UC022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58708-ECCE-4710-813B-AF9DDAE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064E8-C6AF-4C79-A071-E1890F3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Verifica a vaga aberta e cria uma candidatura vinculada ao usuário e à etapa inicial.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d3b9de7b742e5"/>
          <a:stretch xmlns:a="http://schemas.openxmlformats.org/drawingml/2006/main"/>
        </p:blipFill>
        <p:spPr>
          <a:xfrm xmlns:a="http://schemas.openxmlformats.org/drawingml/2006/main">
            <a:off x="5201976" y="1581150"/>
            <a:ext cx="8722249" cy="6153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914fe55504ce4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627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A60D4-161C-4839-B48B-9FD623D1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Inscrever-se ou cancelar participação em evento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1E116-8462-489B-AD57-0F6B9D6A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UC023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E0961-62E2-4070-9455-9FEDE5A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DD3A7-D4CF-41B6-930E-528F45E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POST confirma a inscrição. DELETE cancela a participação do usuário autenticado.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fdc8fb5b14721"/>
          <a:stretch xmlns:a="http://schemas.openxmlformats.org/drawingml/2006/main"/>
        </p:blipFill>
        <p:spPr>
          <a:xfrm xmlns:a="http://schemas.openxmlformats.org/drawingml/2006/main">
            <a:off x="5275643" y="1581150"/>
            <a:ext cx="8574913" cy="6153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90371be7d4872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164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50375-DB59-4172-800B-514DB4E7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Atualizar etapa de candidatura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5B7B8-4C69-4282-B436-A333CA1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UC026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C21B9-3EC5-49CE-BB57-7B926985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3AE1E-DE8B-4F25-8991-E41A579D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Confere a empresa, a candidatura e a etapa antes de atualizar o processo.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3bf5402354a3b"/>
          <a:stretch xmlns:a="http://schemas.openxmlformats.org/drawingml/2006/main"/>
        </p:blipFill>
        <p:spPr>
          <a:xfrm xmlns:a="http://schemas.openxmlformats.org/drawingml/2006/main">
            <a:off x="5184245" y="1581150"/>
            <a:ext cx="8757709" cy="6153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fb09a7c1549fc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952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AF21A-E75F-4E35-9C36-E2C94640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Criar publicação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8B45D-F9AC-4508-8A5D-F50BA3AF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UC013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14C22-0AC8-47B1-AE3A-815515B5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40133-E768-4DA4-834E-057EEBF7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 criação grava a publicação e concede XP na mesma transação.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bafaab5944540"/>
          <a:stretch xmlns:a="http://schemas.openxmlformats.org/drawingml/2006/main"/>
        </p:blipFill>
        <p:spPr>
          <a:xfrm xmlns:a="http://schemas.openxmlformats.org/drawingml/2006/main">
            <a:off x="4987404" y="1581150"/>
            <a:ext cx="9151393" cy="6153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bb752c1cc46ed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5360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3AF99-14D8-4A69-A567-FFC128FA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Consultar ranking de XP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5011B-AE2F-400E-A6DB-CF652F3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UC011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A31C4-6A9E-4B2E-82A2-6A4C31DE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73B2F-8E29-404E-9A0A-E2ED35B7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O servidor consulta e ordena os usuários. O caso de uso é consulta, sem manutenção manual do ranking.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40acce9704165"/>
          <a:stretch xmlns:a="http://schemas.openxmlformats.org/drawingml/2006/main"/>
        </p:blipFill>
        <p:spPr>
          <a:xfrm xmlns:a="http://schemas.openxmlformats.org/drawingml/2006/main">
            <a:off x="5505267" y="1581150"/>
            <a:ext cx="8115665" cy="61531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0599302f94bd0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861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AC083-F8BE-4F77-A2F1-B956BCCC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Consultar candidaturas de uma vaga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13257-1969-42C1-AB82-BFB5EAE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UC056  Caso de uso e código correspondente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78C1E-845C-4080-A6F9-BFA309A7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2C87E-BC7B-4B7A-A3B0-0C6EF16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 rota exige papel autorizado. JobService também valida a responsabilidade pela empresa.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f4bd3aaf84324"/>
          <a:stretch xmlns:a="http://schemas.openxmlformats.org/drawingml/2006/main"/>
        </p:blipFill>
        <p:spPr>
          <a:xfrm xmlns:a="http://schemas.openxmlformats.org/drawingml/2006/main">
            <a:off x="4514850" y="2436495"/>
            <a:ext cx="10096500" cy="444246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c3c18f4d04cd4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177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46A8D-E8A6-411C-AF34-6099B6D9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Notificação automática da candidatura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C4F98-7640-4909-B0EC-13554E4F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Comportamento interno ligado a UC026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7E815-AEE6-473D-8146-F0B5CD2C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A15AC-3653-48C2-A146-E3080BAF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342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 atualização avisa o candidato associado à candidatura. O código não envia um alerta geral por intenção de vaga.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e11a264264c6f"/>
          <a:stretch xmlns:a="http://schemas.openxmlformats.org/drawingml/2006/main"/>
        </p:blipFill>
        <p:spPr>
          <a:xfrm xmlns:a="http://schemas.openxmlformats.org/drawingml/2006/main">
            <a:off x="5505267" y="1581150"/>
            <a:ext cx="8115665" cy="61531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31d1761354084"/>
          <a:stretch xmlns:a="http://schemas.openxmlformats.org/drawingml/2006/main"/>
        </p:blipFill>
        <p:spPr>
          <a:xfrm xmlns:a="http://schemas.openxmlformats.org/drawingml/2006/main">
            <a:off x="514350" y="2404954"/>
            <a:ext cx="3524250" cy="2667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885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F2B77-3E34-466F-9929-7B564A6D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Relação entre processo e 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E4C21-9A9C-44AF-9910-2DE4145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6E00B-F131-40F1-8C8E-AFB1A745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Processo de negócio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E35D0-0684-4A5C-9516-01298320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238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A pessoa define o objetivo, pesquisa, pratica e acompanha o resultado.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1AC87-66C5-447D-84B5-03209CD7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6C83"/>
                </a:solidFill>
                <a:latin typeface="Arial"/>
                <a:ea typeface="Arial"/>
                <a:cs typeface="Arial"/>
              </a:rPr>
              <a:t>Comportamento do sistema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2B22F-6D1C-4A4E-B622-31AAACD7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257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O caso de uso identifica a interação. O serviço executa a operação e registra o resultado.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1E62B-2DA5-4C14-8424-C9C8F6B3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12470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Os diagramas e as capturas usam os mesmos nomes e referências.</a:t>
            </a:r>
          </a:p>
        </p:txBody>
      </p:sp>
    </p:spTree>
    <p:extLst>
      <p:ext uri="{BB962C8B-B14F-4D97-AF65-F5344CB8AC3E}">
        <p14:creationId xmlns:p14="http://schemas.microsoft.com/office/powerpoint/2010/main" val="20480812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E76C2-4FAC-4187-A73A-A95CF0D5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Diagramas complementares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EBBFA-D0DF-42CE-9034-51D3B407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52F7C-0E7E-43E7-9F38-93C4F9C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333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Classes por domínio e processos</a:t>
            </a:r>
          </a:p>
          <a:p xmlns:a="http://schemas.openxmlformats.org/drawingml/2006/main">
            <a:pPr algn="l">
              <a:buNone/>
              <a:defRPr sz="427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complementares de aprendizagem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B4079-8183-456E-AB14-3D4C26E4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285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6C8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6C83"/>
                </a:solidFill>
                <a:latin typeface="Arial"/>
                <a:ea typeface="Arial"/>
                <a:cs typeface="Arial"/>
              </a:rPr>
              <a:t>Material de apoio para discussão</a:t>
            </a:r>
          </a:p>
        </p:txBody>
      </p:sp>
    </p:spTree>
    <p:extLst>
      <p:ext uri="{BB962C8B-B14F-4D97-AF65-F5344CB8AC3E}">
        <p14:creationId xmlns:p14="http://schemas.microsoft.com/office/powerpoint/2010/main" val="8059015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A8378C-BBF9-463F-911D-D06B4AFA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Identidade e gamificacao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D6FB1-01A1-4232-972C-03637DE5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CL01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A790E-532F-4DDD-9FB5-8CCF4ADD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a7fb1c27e4f08"/>
          <a:stretch xmlns:a="http://schemas.openxmlformats.org/drawingml/2006/main"/>
        </p:blipFill>
        <p:spPr>
          <a:xfrm xmlns:a="http://schemas.openxmlformats.org/drawingml/2006/main">
            <a:off x="4698481" y="1524000"/>
            <a:ext cx="5843038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612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59B486-6A56-4799-B7A1-7F9FD8B3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Grafo de conhecimento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4865C-3DB9-4323-A381-C0EA5A3E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CL02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E7831-1D4C-45E0-8A51-5CD012BF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41bff979f4867"/>
          <a:stretch xmlns:a="http://schemas.openxmlformats.org/drawingml/2006/main"/>
        </p:blipFill>
        <p:spPr>
          <a:xfrm xmlns:a="http://schemas.openxmlformats.org/drawingml/2006/main">
            <a:off x="3940605" y="1524000"/>
            <a:ext cx="7358791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720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4DCCC8-7E52-4340-9846-23985BD8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Quiz e historico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ADFC3-92A4-4C2E-9800-9281F35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CL04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37F9F-E4CA-4D94-AEAB-116A036F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deeeb65744dc3"/>
          <a:stretch xmlns:a="http://schemas.openxmlformats.org/drawingml/2006/main"/>
        </p:blipFill>
        <p:spPr>
          <a:xfrm xmlns:a="http://schemas.openxmlformats.org/drawingml/2006/main">
            <a:off x="3979155" y="1524000"/>
            <a:ext cx="7281691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97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97EAF06-BE8F-44CC-9E4B-7BB30D0B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Duelos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EC037-8EED-4453-BEB6-E1ED2B20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CL05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1A438-4D68-4333-86E5-6DF4FF56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ae6465d8a4d3c"/>
          <a:stretch xmlns:a="http://schemas.openxmlformats.org/drawingml/2006/main"/>
        </p:blipFill>
        <p:spPr>
          <a:xfrm xmlns:a="http://schemas.openxmlformats.org/drawingml/2006/main">
            <a:off x="4896474" y="1524000"/>
            <a:ext cx="5447053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09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86C099E-D39C-471C-8388-74B21B02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Publicacoes e moderacao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F6A69-4FD7-4466-8AA8-C580E3BA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CL06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4186A-6DA6-4143-839B-F4F58FD0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1c6cbd47b4827"/>
          <a:stretch xmlns:a="http://schemas.openxmlformats.org/drawingml/2006/main"/>
        </p:blipFill>
        <p:spPr>
          <a:xfrm xmlns:a="http://schemas.openxmlformats.org/drawingml/2006/main">
            <a:off x="3581621" y="1524000"/>
            <a:ext cx="8076758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319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0DDB0F-FC3A-44C5-B9AB-6282E84A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Mensagens privadas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2ED4B-416C-418B-BC6C-5E3B291A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CL07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EF2AB-0C15-470D-AAC8-4ECC7C82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8234863f2468c"/>
          <a:stretch xmlns:a="http://schemas.openxmlformats.org/drawingml/2006/main"/>
        </p:blipFill>
        <p:spPr>
          <a:xfrm xmlns:a="http://schemas.openxmlformats.org/drawingml/2006/main">
            <a:off x="4446775" y="1524000"/>
            <a:ext cx="6346450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0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E872E2-78A2-4D94-BEED-5CE23D7F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Suporte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647C2-2491-41FD-9FB7-3608F46E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CL10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44D3F-D528-4F7F-B647-76920688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c6d7e468748c1"/>
          <a:stretch xmlns:a="http://schemas.openxmlformats.org/drawingml/2006/main"/>
        </p:blipFill>
        <p:spPr>
          <a:xfrm xmlns:a="http://schemas.openxmlformats.org/drawingml/2006/main">
            <a:off x="3353107" y="1524000"/>
            <a:ext cx="8533787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79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1E1AA6-8435-40A2-90BE-E441344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Catalogo e contratos TypeScript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1BA10-8A26-48AA-B3E3-639AA401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CL11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025CA-3738-4EAB-B1B5-A3B0BAE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82d0d05ae4cc9"/>
          <a:stretch xmlns:a="http://schemas.openxmlformats.org/drawingml/2006/main"/>
        </p:blipFill>
        <p:spPr>
          <a:xfrm xmlns:a="http://schemas.openxmlformats.org/drawingml/2006/main">
            <a:off x="3988723" y="1524000"/>
            <a:ext cx="7262555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37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DDB5F-75BF-4A64-AEBF-EF62B547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Servicos e operacoes reais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1F35A-4445-4833-97BD-A1EBB570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CL12  Operações e dados sob responsabilidade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1F918-0439-43A4-A531-0416C10E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cd5b52143438b"/>
          <a:stretch xmlns:a="http://schemas.openxmlformats.org/drawingml/2006/main"/>
        </p:blipFill>
        <p:spPr>
          <a:xfrm xmlns:a="http://schemas.openxmlformats.org/drawingml/2006/main">
            <a:off x="4630391" y="1524000"/>
            <a:ext cx="5979218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18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29F1FA-C4B2-414A-8036-190A82DE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Praticar exercícios de programação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EF949-BE89-434B-AB96-3317568B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AN03  Processo atual 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88121-7AB9-4AD5-808C-2B7B676B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5496d195a40d8"/>
          <a:stretch xmlns:a="http://schemas.openxmlformats.org/drawingml/2006/main"/>
        </p:blipFill>
        <p:spPr>
          <a:xfrm xmlns:a="http://schemas.openxmlformats.org/drawingml/2006/main">
            <a:off x="2050008" y="1524000"/>
            <a:ext cx="11139983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857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7FADCA-33F0-44A6-86FA-CCFD509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Acompanhar a própria aprendizagem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BDAB1-AFB8-4D29-B6D3-DF0F86BA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AN04  Processo atual 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51ED4-DFF2-4089-899D-756F7EC7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129774aa24c19"/>
          <a:stretch xmlns:a="http://schemas.openxmlformats.org/drawingml/2006/main"/>
        </p:blipFill>
        <p:spPr>
          <a:xfrm xmlns:a="http://schemas.openxmlformats.org/drawingml/2006/main">
            <a:off x="2050008" y="1524000"/>
            <a:ext cx="11139983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194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50CBF5-D163-49A8-A51F-1D1B94C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Buscar ajuda para uma dúvida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FEF6E-6B9A-44F8-B211-B21472D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96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AN06  Processo atual e responsabilidades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B7579-20E4-437B-B615-420E4355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1c83778954f81"/>
          <a:stretch xmlns:a="http://schemas.openxmlformats.org/drawingml/2006/main"/>
        </p:blipFill>
        <p:spPr>
          <a:xfrm xmlns:a="http://schemas.openxmlformats.org/drawingml/2006/main">
            <a:off x="2600024" y="1524000"/>
            <a:ext cx="10039953" cy="6448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511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AAF86-890C-4DE6-8E32-9F9FBAA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1409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Referências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B14B2-9D84-4B42-931C-7B85B4D0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077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162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6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32317-358A-4656-B3A8-22F6756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Orientações da Profª Patrícia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66FB2-1258-403C-BBB4-E9BA4885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323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Revisão de 28 de setembro de 2026, consolidada no documento fornecido.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0AD5B-FD0A-4CF0-8F02-AECF66E8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Gilleanes T. A. Guedes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33B8B-DA3B-4030-A06E-91B7E868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323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UML 2 Uma abordagem prática. Classes, decisões e partições de atividade.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C3F3-D6D2-4DE7-A87F-BF54F6CC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Código e modelos do Stacklyst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78BE8-2165-41E4-A929-B136C9B5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323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Commit 9256a4f, schema Prisma e projeto Stacklyst-seminario.asta.</a:t>
            </a:r>
          </a:p>
        </p:txBody>
      </p:sp>
    </p:spTree>
    <p:extLst>
      <p:ext uri="{BB962C8B-B14F-4D97-AF65-F5344CB8AC3E}">
        <p14:creationId xmlns:p14="http://schemas.microsoft.com/office/powerpoint/2010/main" val="1793476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2026-10-06T18:40:28.9260000Z</dcterms:created>
  <dcterms:modified xsi:type="dcterms:W3CDTF">2026-10-06T18:40:28.9270000Z</dcterms:modified>
</coreProperties>
</file>